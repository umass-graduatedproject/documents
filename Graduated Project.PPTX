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756" r:id="rId2"/>
  </p:sldMasterIdLst>
  <p:notesMasterIdLst>
    <p:notesMasterId r:id="rId14"/>
  </p:notesMasterIdLst>
  <p:handoutMasterIdLst>
    <p:handoutMasterId r:id="rId15"/>
  </p:handoutMasterIdLst>
  <p:sldIdLst>
    <p:sldId id="256" r:id="rId3"/>
    <p:sldId id="319" r:id="rId4"/>
    <p:sldId id="334" r:id="rId5"/>
    <p:sldId id="338" r:id="rId6"/>
    <p:sldId id="333" r:id="rId7"/>
    <p:sldId id="335" r:id="rId8"/>
    <p:sldId id="341" r:id="rId9"/>
    <p:sldId id="337" r:id="rId10"/>
    <p:sldId id="339" r:id="rId11"/>
    <p:sldId id="340" r:id="rId12"/>
    <p:sldId id="33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1FF721-8D09-419B-9516-3396A95940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24559-3C32-4978-8271-37AD18BC48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8EE6E-0213-4E02-9189-A0736D712D74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5BF67-A5C8-4F4A-9DB1-E23A005CE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E5303-558B-4077-8F06-9BE5A00CC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BDD33-326A-498E-8F74-24CE347C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85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76875-E91C-40CB-BCA3-137C74D9E1E2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CC714-9894-412A-B5A1-00832409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9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52403"/>
            <a:ext cx="21336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208436" y="5943600"/>
            <a:ext cx="40174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35200" y="830266"/>
            <a:ext cx="16256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eneva" charset="0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16933" y="6248400"/>
            <a:ext cx="12192000" cy="3937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642100"/>
            <a:ext cx="12192000" cy="2159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87600" y="3352800"/>
            <a:ext cx="7416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1"/>
            </a:lvl1pPr>
          </a:lstStyle>
          <a:p>
            <a:pPr lvl="0"/>
            <a:r>
              <a:rPr lang="en-US" altLang="zh-CN" noProof="0" dirty="0"/>
              <a:t>Click to edit Master subtitle style</a:t>
            </a:r>
          </a:p>
        </p:txBody>
      </p:sp>
      <p:sp>
        <p:nvSpPr>
          <p:cNvPr id="5703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16000" y="1828800"/>
            <a:ext cx="10261600" cy="1143000"/>
          </a:xfrm>
        </p:spPr>
        <p:txBody>
          <a:bodyPr/>
          <a:lstStyle>
            <a:lvl1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7457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-203200" y="6629400"/>
            <a:ext cx="609600" cy="228600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4762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07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355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993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57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775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90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380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117856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914400"/>
            <a:ext cx="5486400" cy="2628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695700"/>
            <a:ext cx="5486400" cy="2628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49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117856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285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0098" y="1562793"/>
            <a:ext cx="7892169" cy="239504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 b="1">
                <a:latin typeface="Minion Pro" panose="02040503050306020203" pitchFamily="18" charset="0"/>
              </a:defRPr>
            </a:lvl1pPr>
          </a:lstStyle>
          <a:p>
            <a:r>
              <a:rPr lang="en-US" dirty="0"/>
              <a:t>Add title here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59429" y="4236521"/>
            <a:ext cx="7882839" cy="1655762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800" b="1" kern="1200" spc="90" baseline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Lesson number here</a:t>
            </a:r>
          </a:p>
          <a:p>
            <a:r>
              <a:rPr lang="en-US" dirty="0"/>
              <a:t>Add </a:t>
            </a:r>
            <a:r>
              <a:rPr lang="en-US"/>
              <a:t>Lesson title here</a:t>
            </a:r>
            <a:endParaRPr lang="en-US" dirty="0"/>
          </a:p>
        </p:txBody>
      </p:sp>
      <p:sp>
        <p:nvSpPr>
          <p:cNvPr id="5" name="Date Placeholder 3"/>
          <p:cNvSpPr txBox="1">
            <a:spLocks/>
          </p:cNvSpPr>
          <p:nvPr/>
        </p:nvSpPr>
        <p:spPr>
          <a:xfrm>
            <a:off x="559836" y="6458988"/>
            <a:ext cx="3844213" cy="3990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© 2017 UMass Amherst Global.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605213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73020" y="1959429"/>
            <a:ext cx="10280779" cy="2593910"/>
          </a:xfrm>
        </p:spPr>
        <p:txBody>
          <a:bodyPr>
            <a:normAutofit/>
          </a:bodyPr>
          <a:lstStyle>
            <a:lvl1pPr>
              <a:defRPr sz="2400" b="1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bullets here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3018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914400"/>
            <a:ext cx="11176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11785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8208436" y="5943600"/>
            <a:ext cx="40174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30" name="Rectangle 8"/>
          <p:cNvSpPr>
            <a:spLocks noChangeArrowheads="1"/>
          </p:cNvSpPr>
          <p:nvPr/>
        </p:nvSpPr>
        <p:spPr bwMode="auto">
          <a:xfrm>
            <a:off x="311153" y="6553203"/>
            <a:ext cx="19556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宋体" panose="02010600030101010101" pitchFamily="2" charset="-122"/>
              </a:rPr>
              <a:t> ECE 6xx: Skill building in C++ </a:t>
            </a: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0" y="6477000"/>
            <a:ext cx="12192000" cy="0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2" name="Text Box 10"/>
          <p:cNvSpPr txBox="1">
            <a:spLocks noChangeArrowheads="1"/>
          </p:cNvSpPr>
          <p:nvPr userDrawn="1"/>
        </p:nvSpPr>
        <p:spPr bwMode="auto">
          <a:xfrm>
            <a:off x="2641602" y="6553200"/>
            <a:ext cx="716093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</a:rPr>
              <a:t>		</a:t>
            </a: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</a:rPr>
              <a:t>Foundations of Computer Engineering		                 Sandip Kundu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14400" y="6486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C2E6914-CC59-43AD-8993-151B0B65A1A8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0754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accent5">
              <a:lumMod val="75000"/>
            </a:schemeClr>
          </a:solidFill>
          <a:latin typeface="Leelawadee" panose="020B0502040204020203" pitchFamily="34" charset="-34"/>
          <a:ea typeface="+mj-ea"/>
          <a:cs typeface="Leelawadee" panose="020B0502040204020203" pitchFamily="34" charset="-34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38334"/>
            <a:ext cx="10515600" cy="75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020" y="1959429"/>
            <a:ext cx="10280779" cy="2668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Add bullets here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038600" y="641454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2017 UMass Amherst Global. All rights reserved.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4145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C2E6914-CC59-43AD-8993-151B0B65A1A8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38200" y="64145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Skill Building in C++ Programming Hints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5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7924" y="1562794"/>
            <a:ext cx="8944343" cy="1866206"/>
          </a:xfrm>
        </p:spPr>
        <p:txBody>
          <a:bodyPr>
            <a:normAutofit fontScale="90000"/>
          </a:bodyPr>
          <a:lstStyle/>
          <a:p>
            <a:r>
              <a:rPr lang="en-US" sz="6700" dirty="0"/>
              <a:t>Intelligent lock(IOT)</a:t>
            </a:r>
            <a:br>
              <a:rPr lang="en-US" sz="3600" dirty="0"/>
            </a:br>
            <a:r>
              <a:rPr lang="en-US" sz="3600" dirty="0"/>
              <a:t>				 Graduated Project </a:t>
            </a:r>
            <a:br>
              <a:rPr lang="en-US" sz="3600" dirty="0"/>
            </a:br>
            <a:br>
              <a:rPr lang="en-US" sz="6700" dirty="0"/>
            </a:br>
            <a:r>
              <a:rPr lang="en-US" dirty="0"/>
              <a:t>	 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962650" y="2939856"/>
            <a:ext cx="7882839" cy="978288"/>
          </a:xfrm>
        </p:spPr>
        <p:txBody>
          <a:bodyPr>
            <a:noAutofit/>
          </a:bodyPr>
          <a:lstStyle/>
          <a:p>
            <a:pPr marL="203200" indent="-203200">
              <a:defRPr/>
            </a:pPr>
            <a:endParaRPr lang="en-US" sz="3600" dirty="0"/>
          </a:p>
          <a:p>
            <a:pPr marL="203200" indent="-203200">
              <a:defRPr/>
            </a:pPr>
            <a:r>
              <a:rPr lang="en-US" sz="3600" dirty="0"/>
              <a:t>Team member:  </a:t>
            </a:r>
          </a:p>
          <a:p>
            <a:pPr marL="203200" indent="-203200">
              <a:defRPr/>
            </a:pPr>
            <a:r>
              <a:rPr lang="en-US" dirty="0"/>
              <a:t>Bo Liu(Leader (Coordinator))</a:t>
            </a:r>
          </a:p>
          <a:p>
            <a:pPr marL="203200" indent="-203200">
              <a:defRPr/>
            </a:pPr>
            <a:r>
              <a:rPr lang="en-US" dirty="0" err="1"/>
              <a:t>Yuran</a:t>
            </a:r>
            <a:r>
              <a:rPr lang="en-US" dirty="0"/>
              <a:t> Qin </a:t>
            </a:r>
          </a:p>
          <a:p>
            <a:pPr marL="203200" indent="-203200">
              <a:defRPr/>
            </a:pPr>
            <a:r>
              <a:rPr lang="en-US" dirty="0"/>
              <a:t>Craig Ch</a:t>
            </a:r>
            <a:r>
              <a:rPr lang="en-US" altLang="zh-CN" dirty="0"/>
              <a:t>e</a:t>
            </a:r>
            <a:r>
              <a:rPr lang="en-US" dirty="0"/>
              <a:t>n(Web designer )</a:t>
            </a:r>
          </a:p>
          <a:p>
            <a:pPr marL="203200" indent="-203200">
              <a:defRPr/>
            </a:pP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95847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DEA3-24D1-4A4E-86EF-D739E91C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1242"/>
            <a:ext cx="10515600" cy="755779"/>
          </a:xfrm>
        </p:spPr>
        <p:txBody>
          <a:bodyPr/>
          <a:lstStyle/>
          <a:p>
            <a:r>
              <a:rPr lang="en-US" dirty="0"/>
              <a:t>Intelligent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3948E-60A3-43EE-A57F-1D61E43D5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787021"/>
            <a:ext cx="10280779" cy="3932645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dirty="0"/>
              <a:t>Basic features: </a:t>
            </a:r>
            <a:r>
              <a:rPr lang="en-US" dirty="0">
                <a:highlight>
                  <a:srgbClr val="FFFF00"/>
                </a:highlight>
              </a:rPr>
              <a:t>Coded lock</a:t>
            </a:r>
            <a:r>
              <a:rPr lang="zh-CN" altLang="en-US" dirty="0"/>
              <a:t>，</a:t>
            </a:r>
            <a:r>
              <a:rPr lang="en-US" dirty="0"/>
              <a:t>Fingerprint recognition</a:t>
            </a:r>
          </a:p>
          <a:p>
            <a:pPr marL="457200" lvl="1" indent="0">
              <a:buNone/>
            </a:pPr>
            <a:r>
              <a:rPr lang="en-US" dirty="0"/>
              <a:t>Advance features: Face recognition, Voice recognition, </a:t>
            </a:r>
            <a:r>
              <a:rPr lang="en-US" altLang="zh-CN" dirty="0">
                <a:highlight>
                  <a:srgbClr val="FFFF00"/>
                </a:highlight>
              </a:rPr>
              <a:t>R</a:t>
            </a:r>
            <a:r>
              <a:rPr lang="en-US" dirty="0">
                <a:highlight>
                  <a:srgbClr val="FFFF00"/>
                </a:highlight>
              </a:rPr>
              <a:t>emote control and</a:t>
            </a:r>
            <a:r>
              <a:rPr lang="zh-CN" altLang="en-US" dirty="0">
                <a:highlight>
                  <a:srgbClr val="FFFF00"/>
                </a:highlight>
              </a:rPr>
              <a:t> </a:t>
            </a:r>
            <a:r>
              <a:rPr lang="en-US" altLang="zh-CN" dirty="0">
                <a:highlight>
                  <a:srgbClr val="FFFF00"/>
                </a:highlight>
              </a:rPr>
              <a:t>monitor 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…….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Preliminary thought: </a:t>
            </a:r>
          </a:p>
          <a:p>
            <a:pPr marL="457200" lvl="1" indent="0">
              <a:buNone/>
            </a:pPr>
            <a:r>
              <a:rPr lang="en-US" altLang="zh-CN" dirty="0"/>
              <a:t>The intelligent lock links to the internet by connecting to the AP, supporting remote unlock and management.</a:t>
            </a:r>
          </a:p>
          <a:p>
            <a:pPr marL="457200" lvl="1" indent="0">
              <a:buNone/>
            </a:pPr>
            <a:r>
              <a:rPr lang="en-US" altLang="zh-CN" dirty="0"/>
              <a:t>Any unauthorized unlock can trigger alert, and sent message to the managing phones.(Functions configurable)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Advantages:</a:t>
            </a:r>
          </a:p>
          <a:p>
            <a:pPr marL="457200" lvl="1" indent="0">
              <a:buNone/>
            </a:pPr>
            <a:r>
              <a:rPr lang="en-US" altLang="zh-CN" b="0" dirty="0"/>
              <a:t>Never worry for losing  your keys,</a:t>
            </a:r>
            <a:r>
              <a:rPr lang="en-US" altLang="zh-CN" dirty="0"/>
              <a:t> no mechanical key needed, </a:t>
            </a:r>
            <a:endParaRPr lang="en-US" altLang="zh-CN" b="0" dirty="0"/>
          </a:p>
          <a:p>
            <a:pPr marL="457200" lvl="1" indent="0">
              <a:buNone/>
            </a:pPr>
            <a:r>
              <a:rPr lang="en-US" altLang="zh-CN" b="0" dirty="0"/>
              <a:t>Safety, remote control and monitor.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EF129-4FBC-4310-B323-5BB48A30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DE92E-0489-49B9-99F9-FA438B3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8810-EB7B-4D89-A32A-4E22F354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2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71889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1-41D8-4100-8106-418FF185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Compare to the exist products: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A69D-151E-402F-A3F4-6A071E03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959429"/>
            <a:ext cx="10280779" cy="34610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/>
              <a:t> To be done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189B-41E0-4ECE-99C6-A2F0E321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1C3A-3F8B-4207-80FF-88ED8BAE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064A7-C69F-4A3A-A857-92DDED5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3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86831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1-41D8-4100-8106-418FF185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scenarios(Hotel case)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A69D-151E-402F-A3F4-6A071E03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959429"/>
            <a:ext cx="10280779" cy="34610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/>
              <a:t> In the hotel, it can instead of the Gate card and make convenient for the guest.</a:t>
            </a:r>
          </a:p>
          <a:p>
            <a:pPr marL="0" indent="0">
              <a:buNone/>
            </a:pPr>
            <a:r>
              <a:rPr lang="en-US" altLang="zh-CN" b="0" dirty="0"/>
              <a:t>For example:</a:t>
            </a:r>
          </a:p>
          <a:p>
            <a:pPr marL="0" indent="0">
              <a:buNone/>
            </a:pPr>
            <a:r>
              <a:rPr lang="en-US" altLang="zh-CN" b="0" dirty="0"/>
              <a:t>One hotel with 1000 rooms, one guest book one room from the hotel, after the reservation is  confirmed, then the password of the room can send to the guest.</a:t>
            </a:r>
          </a:p>
          <a:p>
            <a:pPr marL="0" indent="0">
              <a:buNone/>
            </a:pPr>
            <a:r>
              <a:rPr lang="en-US" altLang="zh-CN" b="0" dirty="0"/>
              <a:t>Customer can go to the room directly without another gate 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189B-41E0-4ECE-99C6-A2F0E321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1C3A-3F8B-4207-80FF-88ED8BAE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064A7-C69F-4A3A-A857-92DDED5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4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81275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DEA3-24D1-4A4E-86EF-D739E91C8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1242"/>
            <a:ext cx="10515600" cy="75577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4000" b="1" dirty="0"/>
              <a:t>Components</a:t>
            </a:r>
            <a:endParaRPr lang="zh-CN" alt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3948E-60A3-43EE-A57F-1D61E43D5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959428"/>
            <a:ext cx="10280779" cy="356816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EF129-4FBC-4310-B323-5BB48A30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DE92E-0489-49B9-99F9-FA438B3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8810-EB7B-4D89-A32A-4E22F354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5</a:t>
            </a:fld>
            <a:endParaRPr lang="en-US" kern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BAC861-ADB2-4C3E-ABF6-2BE10E11E840}"/>
              </a:ext>
            </a:extLst>
          </p:cNvPr>
          <p:cNvSpPr/>
          <p:nvPr/>
        </p:nvSpPr>
        <p:spPr>
          <a:xfrm>
            <a:off x="650789" y="2075936"/>
            <a:ext cx="95311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800" dirty="0"/>
              <a:t>Lock:  Password input, Wi-Fi.</a:t>
            </a:r>
          </a:p>
          <a:p>
            <a:pPr lvl="2"/>
            <a:r>
              <a:rPr lang="en-US" sz="2000" dirty="0"/>
              <a:t>One DE1-soc and </a:t>
            </a:r>
            <a:r>
              <a:rPr lang="en-US" altLang="zh-CN" sz="2000" dirty="0"/>
              <a:t>USB </a:t>
            </a:r>
            <a:r>
              <a:rPr lang="en-US" altLang="zh-CN" sz="2000" dirty="0" err="1"/>
              <a:t>wifi</a:t>
            </a:r>
            <a:r>
              <a:rPr lang="en-US" altLang="zh-CN" sz="2000" dirty="0"/>
              <a:t> module </a:t>
            </a:r>
            <a:r>
              <a:rPr lang="en-US" sz="2000" dirty="0"/>
              <a:t>to simulate the lock.</a:t>
            </a:r>
          </a:p>
          <a:p>
            <a:pPr lvl="1"/>
            <a:r>
              <a:rPr lang="en-US" sz="2800" dirty="0"/>
              <a:t>Router: use to connect to internet </a:t>
            </a:r>
          </a:p>
          <a:p>
            <a:pPr lvl="1"/>
            <a:r>
              <a:rPr lang="en-US" altLang="zh-CN" sz="2800" dirty="0"/>
              <a:t>Mobile phone</a:t>
            </a:r>
            <a:r>
              <a:rPr lang="zh-CN" altLang="en-US" sz="2800" dirty="0"/>
              <a:t>： </a:t>
            </a:r>
            <a:r>
              <a:rPr lang="en-US" altLang="zh-CN" sz="2800" dirty="0"/>
              <a:t>Control and</a:t>
            </a:r>
            <a:r>
              <a:rPr lang="zh-CN" altLang="en-US" sz="2800" dirty="0"/>
              <a:t> </a:t>
            </a:r>
            <a:r>
              <a:rPr lang="en-US" altLang="zh-CN" sz="2800" dirty="0"/>
              <a:t>monitor the lock</a:t>
            </a:r>
          </a:p>
          <a:p>
            <a:pPr lvl="1"/>
            <a:br>
              <a:rPr lang="en-US" altLang="zh-CN" sz="2800" dirty="0"/>
            </a:br>
            <a:r>
              <a:rPr lang="en-US" altLang="zh-CN" sz="2800" dirty="0"/>
              <a:t>Hardware</a:t>
            </a:r>
            <a:r>
              <a:rPr lang="zh-CN" altLang="en-US" sz="2800" dirty="0"/>
              <a:t>： </a:t>
            </a:r>
            <a:r>
              <a:rPr lang="en-US" altLang="zh-CN" sz="2800" dirty="0"/>
              <a:t>lock control system in the lock.</a:t>
            </a:r>
          </a:p>
          <a:p>
            <a:pPr lvl="1"/>
            <a:r>
              <a:rPr lang="en-US" altLang="zh-CN" sz="2800" dirty="0"/>
              <a:t>Software</a:t>
            </a:r>
            <a:r>
              <a:rPr lang="zh-CN" altLang="en-US" sz="2800" dirty="0"/>
              <a:t>：</a:t>
            </a:r>
            <a:r>
              <a:rPr lang="en-US" altLang="zh-CN" sz="2800" dirty="0"/>
              <a:t>APP in phone, lock control system in the lock, communication between lock and APP.</a:t>
            </a:r>
          </a:p>
        </p:txBody>
      </p:sp>
    </p:spTree>
    <p:extLst>
      <p:ext uri="{BB962C8B-B14F-4D97-AF65-F5344CB8AC3E}">
        <p14:creationId xmlns:p14="http://schemas.microsoft.com/office/powerpoint/2010/main" val="267854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1-41D8-4100-8106-418FF185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(configure in APP)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A69D-151E-402F-A3F4-6A071E03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959428"/>
            <a:ext cx="10280779" cy="39882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b="0" dirty="0"/>
              <a:t>Add the lock to the APP.</a:t>
            </a:r>
          </a:p>
          <a:p>
            <a:pPr marL="0" indent="0">
              <a:buNone/>
            </a:pPr>
            <a:r>
              <a:rPr lang="en-US" altLang="zh-CN" b="0" dirty="0"/>
              <a:t>Set connection, connect the lock to Router.</a:t>
            </a:r>
          </a:p>
          <a:p>
            <a:pPr marL="0" indent="0">
              <a:buNone/>
            </a:pPr>
            <a:r>
              <a:rPr lang="en-US" altLang="zh-CN" b="0" dirty="0"/>
              <a:t>Enable/disable/Set password.</a:t>
            </a:r>
          </a:p>
          <a:p>
            <a:pPr marL="0" indent="0">
              <a:buNone/>
            </a:pPr>
            <a:r>
              <a:rPr lang="en-US" altLang="zh-CN" b="0" dirty="0"/>
              <a:t>Monitor lock status.</a:t>
            </a:r>
          </a:p>
          <a:p>
            <a:pPr marL="0" indent="0">
              <a:buNone/>
            </a:pPr>
            <a:r>
              <a:rPr lang="en-US" altLang="zh-CN" b="0" dirty="0"/>
              <a:t>Receive alert message.</a:t>
            </a:r>
          </a:p>
          <a:p>
            <a:pPr marL="0" indent="0">
              <a:buNone/>
            </a:pPr>
            <a:r>
              <a:rPr lang="en-US" altLang="zh-CN" b="0" dirty="0"/>
              <a:t>Lock /Unlock the lock.</a:t>
            </a:r>
          </a:p>
          <a:p>
            <a:pPr marL="0" indent="0">
              <a:buNone/>
            </a:pPr>
            <a:r>
              <a:rPr lang="en-US" altLang="zh-CN" b="0" dirty="0"/>
              <a:t>Reset to default.</a:t>
            </a:r>
          </a:p>
          <a:p>
            <a:pPr marL="0" indent="0">
              <a:buNone/>
            </a:pPr>
            <a:r>
              <a:rPr lang="en-US" altLang="zh-CN" b="0" dirty="0"/>
              <a:t>Upgrade FW in lock.</a:t>
            </a:r>
          </a:p>
          <a:p>
            <a:pPr marL="0" indent="0">
              <a:buNone/>
            </a:pPr>
            <a:r>
              <a:rPr lang="en-US" altLang="zh-CN" b="0" dirty="0"/>
              <a:t>The number of management phones can be configured.</a:t>
            </a:r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189B-41E0-4ECE-99C6-A2F0E321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1C3A-3F8B-4207-80FF-88ED8BAE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064A7-C69F-4A3A-A857-92DDED5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6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30231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1-41D8-4100-8106-418FF185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Tasks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A69D-151E-402F-A3F4-6A071E03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9428"/>
            <a:ext cx="9706232" cy="39882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189B-41E0-4ECE-99C6-A2F0E321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1C3A-3F8B-4207-80FF-88ED8BAE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064A7-C69F-4A3A-A857-92DDED5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7</a:t>
            </a:fld>
            <a:endParaRPr lang="en-US" kern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20D915-E77F-4ED7-9A6D-3EAD14712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349271"/>
              </p:ext>
            </p:extLst>
          </p:nvPr>
        </p:nvGraphicFramePr>
        <p:xfrm>
          <a:off x="838200" y="2034747"/>
          <a:ext cx="8964827" cy="39129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9346">
                  <a:extLst>
                    <a:ext uri="{9D8B030D-6E8A-4147-A177-3AD203B41FA5}">
                      <a16:colId xmlns:a16="http://schemas.microsoft.com/office/drawing/2014/main" val="3632197752"/>
                    </a:ext>
                  </a:extLst>
                </a:gridCol>
                <a:gridCol w="4415481">
                  <a:extLst>
                    <a:ext uri="{9D8B030D-6E8A-4147-A177-3AD203B41FA5}">
                      <a16:colId xmlns:a16="http://schemas.microsoft.com/office/drawing/2014/main" val="2136589035"/>
                    </a:ext>
                  </a:extLst>
                </a:gridCol>
              </a:tblGrid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System bring up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2 months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25383856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LED control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2 weeks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6306360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LCD driver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2 weeks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9944096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USB wifi driver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1 month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0432454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WPS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>
                          <a:effectLst/>
                        </a:rPr>
                        <a:t>1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altLang="zh-CN" sz="1600" u="none" strike="noStrike" dirty="0">
                          <a:effectLst/>
                        </a:rPr>
                        <a:t>month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79586189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wifi connect with phone for first configuration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2 weeks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03768630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lock configuration web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week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9273648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 err="1">
                          <a:effectLst/>
                        </a:rPr>
                        <a:t>wifi</a:t>
                      </a:r>
                      <a:r>
                        <a:rPr lang="en-US" sz="1600" u="none" strike="noStrike" dirty="0">
                          <a:effectLst/>
                        </a:rPr>
                        <a:t> connect with router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3 weeks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9622571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APP in phone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month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8058342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APP connect with lock by cloud techology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week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53342355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basic features in APP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3 weeks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7182555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show lock status in LED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1 week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67483927"/>
                  </a:ext>
                </a:extLst>
              </a:tr>
              <a:tr h="300998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show face or lock status to LCD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two months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5900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24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C8F1-41D8-4100-8106-418FF185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issues handle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A69D-151E-402F-A3F4-6A071E03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20" y="1959429"/>
            <a:ext cx="10280779" cy="34610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0" dirty="0"/>
              <a:t>Add the lock to the app. </a:t>
            </a:r>
          </a:p>
          <a:p>
            <a:r>
              <a:rPr lang="en-US" altLang="zh-CN" b="0" dirty="0"/>
              <a:t>The app can support multi locks simultaneous, special in the hotel.</a:t>
            </a:r>
          </a:p>
          <a:p>
            <a:r>
              <a:rPr lang="en-US" altLang="zh-CN" b="0" dirty="0"/>
              <a:t>How to avoid the lock to be controlled by unauthorized app?</a:t>
            </a:r>
          </a:p>
          <a:p>
            <a:pPr marL="0" indent="0">
              <a:buNone/>
            </a:pPr>
            <a:r>
              <a:rPr lang="en-US" altLang="zh-CN" b="0" dirty="0"/>
              <a:t>	1.limited the number of administrators.</a:t>
            </a:r>
          </a:p>
          <a:p>
            <a:pPr marL="0" indent="0">
              <a:buNone/>
            </a:pPr>
            <a:r>
              <a:rPr lang="en-US" altLang="zh-CN" b="0" dirty="0"/>
              <a:t>	2, Set administrator password.</a:t>
            </a:r>
          </a:p>
          <a:p>
            <a:pPr marL="0" indent="0">
              <a:buNone/>
            </a:pPr>
            <a:r>
              <a:rPr lang="en-US" altLang="zh-CN" b="0" dirty="0"/>
              <a:t>	</a:t>
            </a:r>
          </a:p>
          <a:p>
            <a:pPr marL="0" indent="0">
              <a:buNone/>
            </a:pPr>
            <a:r>
              <a:rPr lang="en-US" altLang="zh-CN" b="0" dirty="0"/>
              <a:t>	</a:t>
            </a:r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4189B-41E0-4ECE-99C6-A2F0E321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Skill Building in C++ Programming Hints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11C3A-3F8B-4207-80FF-88ED8BAEA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064A7-C69F-4A3A-A857-92DDED55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8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66471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F3CA-72FE-4CBF-B53A-C0A3B104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145"/>
            <a:ext cx="10515600" cy="755779"/>
          </a:xfrm>
        </p:spPr>
        <p:txBody>
          <a:bodyPr/>
          <a:lstStyle/>
          <a:p>
            <a:r>
              <a:rPr lang="en-US" dirty="0"/>
              <a:t>Special issues handle (Power</a:t>
            </a:r>
            <a:r>
              <a:rPr lang="zh-CN" altLang="en-US" dirty="0"/>
              <a:t> </a:t>
            </a:r>
            <a:r>
              <a:rPr lang="en-US" altLang="zh-CN" dirty="0"/>
              <a:t>supply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BD48-C4A4-4CE6-983A-C8ED74A16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B39C-11C4-46AC-83AC-2B10FA1C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8DE1-7958-4D87-8FAD-717D717B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706C-66CD-449D-A09B-24A9BCEF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9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615888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F3CA-72FE-4CBF-B53A-C0A3B104B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145"/>
            <a:ext cx="10515600" cy="755779"/>
          </a:xfrm>
        </p:spPr>
        <p:txBody>
          <a:bodyPr/>
          <a:lstStyle/>
          <a:p>
            <a:r>
              <a:rPr lang="en-US" dirty="0"/>
              <a:t>Special issues handle (DEMO)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7BD48-C4A4-4CE6-983A-C8ED74A16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B39C-11C4-46AC-83AC-2B10FA1C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08DE1-7958-4D87-8FAD-717D717B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706C-66CD-449D-A09B-24A9BCEF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10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65948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726" y="1367747"/>
            <a:ext cx="10515600" cy="4406978"/>
          </a:xfrm>
        </p:spPr>
        <p:txBody>
          <a:bodyPr>
            <a:normAutofit/>
          </a:bodyPr>
          <a:lstStyle/>
          <a:p>
            <a:pPr algn="ctr"/>
            <a:r>
              <a:rPr lang="en-US" sz="9600" dirty="0"/>
              <a:t>Thanks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ACB67-9F16-4636-949B-AEF047C5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3B59-1AF5-4B2C-A965-61E28614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01E5-0DDC-49C7-9EAF-692F0129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11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28829585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Blank Presentation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inion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2" id="{24034C17-0B60-4E3A-A38D-ECA96AF79518}" vid="{4B124124-F076-4EEE-90DC-522518ED0FE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9778</TotalTime>
  <Words>596</Words>
  <Application>Microsoft Office PowerPoint</Application>
  <PresentationFormat>Widescreen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Geneva</vt:lpstr>
      <vt:lpstr>Minion Pro</vt:lpstr>
      <vt:lpstr>Arial</vt:lpstr>
      <vt:lpstr>Calibri</vt:lpstr>
      <vt:lpstr>Georgia</vt:lpstr>
      <vt:lpstr>Leelawadee</vt:lpstr>
      <vt:lpstr>Times</vt:lpstr>
      <vt:lpstr>Tw Cen MT</vt:lpstr>
      <vt:lpstr>Verdana</vt:lpstr>
      <vt:lpstr>Wingdings</vt:lpstr>
      <vt:lpstr>Blank Presentation</vt:lpstr>
      <vt:lpstr>Theme12</vt:lpstr>
      <vt:lpstr>Intelligent lock(IOT)      Graduated Project     </vt:lpstr>
      <vt:lpstr>Intelligent lock</vt:lpstr>
      <vt:lpstr>Compare to the exist products:</vt:lpstr>
      <vt:lpstr>Application scenarios(Hotel case)</vt:lpstr>
      <vt:lpstr>Components</vt:lpstr>
      <vt:lpstr>Functions (configure in APP)</vt:lpstr>
      <vt:lpstr>Tasks</vt:lpstr>
      <vt:lpstr>Special issues handle (1)</vt:lpstr>
      <vt:lpstr>Special issues handle (Power supply)</vt:lpstr>
      <vt:lpstr>Special issues handle (DEMO)</vt:lpstr>
      <vt:lpstr>Thanks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</dc:title>
  <dc:creator>windows</dc:creator>
  <cp:lastModifiedBy>Bo Liu</cp:lastModifiedBy>
  <cp:revision>639</cp:revision>
  <dcterms:created xsi:type="dcterms:W3CDTF">2016-10-17T18:25:12Z</dcterms:created>
  <dcterms:modified xsi:type="dcterms:W3CDTF">2019-01-21T06:13:15Z</dcterms:modified>
</cp:coreProperties>
</file>